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 xmlns:r="http://schemas.openxmlformats.org/officeDocument/2006/relationships">
  <p:sldMasterIdLst>
    <p:sldMasterId id="2147483648" r:id="rId1"/>
  </p:sldMasterIdLst>
  <p:sldIdLst>
    <p:sldId id="256" r:id="rId2"/>
  </p:sldIdLst>
  <p:sldSz cx="9144000" cy="68580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/Relationships>
</file>

<file path=ppt/slideLayouts/slideLayout1.xml><?xml version="1.0" encoding="utf-8"?>
<p:sldLayout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</a:xfrm>
      </p:grpSpPr>
    </p:spTree>
  </p:cSld>
  <p:clrMapOvr>
    <a:masterClrMapping xmlns:a="http://schemas.openxmlformats.org/drawingml/2006/main"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Masters/slideMaster1.xml><?xml version="1.0" encoding="UTF-8" standalone="yes"?><p:sldMaster xmlns:p="http://schemas.openxmlformats.org/presentationml/2006/main"><p:cSld><p:spTree><p:nvGrpSpPr><p:cNvPr id="1" name=""/><p:cNvGrpSpPr/><p:nvPr/></p:nvGrpSpPr><p:grpSpPr><a:xfrm xmlns:a="http://schemas.openxmlformats.org/drawingml/2006/main"><a:off x="0" y="0"/><a:ext cx="0" cy="0"/></a:xfrm></p:grpSpPr></p:spTree></p:cSld><p:clrMap xmlns:p="http://schemas.openxmlformats.org/presentationml/2006/main" bg1="lt1" tx1="dk1" bg2="lt2" tx2="dk2" accent1="accent1" accent2="accent2" accent3="accent3" accent4="accent4" accent5="accent5" accent6="accent6" hlink="hlink" folHlink="folHlink"/><p:sldLayoutIdLst><p:sldLayoutId id="2147483649" r:id="rId1"/></p:sldLayoutIdLst><p:txtStyles/></p:sldMaster>
</file>

<file path=ppt/slides/slide1.xml><?xml version="1.0" encoding="utf-8"?>
<p:sld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</a:xfrm>
      </p:grpSpPr>
    </p:spTree>
  </p:cSld>
  <p:clrMapOvr>
    <a:masterClrMapping xmlns:a="http://schemas.openxmlformats.org/drawingml/2006/main"/>
  </p:clrMapOvr>
</p:sld>
</file>